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Tahom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0" roundtripDataSignature="AMtx7mg59Q6Wc7hnlnq222n9cPY3Ycsp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bold.fntdata"/><Relationship Id="rId6" Type="http://schemas.openxmlformats.org/officeDocument/2006/relationships/slide" Target="slides/slide1.xml"/><Relationship Id="rId18" Type="http://schemas.openxmlformats.org/officeDocument/2006/relationships/font" Target="fonts/Tahom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0"/>
            <a:ext cx="853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1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1182687" y="1513284"/>
            <a:ext cx="77598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412750" lvl="0" marL="4572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937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○"/>
              <a:defRPr b="0" i="0" sz="2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683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Roboto"/>
              <a:buChar char="■"/>
              <a:defRPr b="0" i="0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4127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4127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4127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○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4127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11620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657600" y="4681537"/>
            <a:ext cx="2883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70421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ctrTitle"/>
          </p:nvPr>
        </p:nvSpPr>
        <p:spPr>
          <a:xfrm>
            <a:off x="2678906" y="1214438"/>
            <a:ext cx="3786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" type="subTitle"/>
          </p:nvPr>
        </p:nvSpPr>
        <p:spPr>
          <a:xfrm>
            <a:off x="1371600" y="2880359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0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 txBox="1"/>
          <p:nvPr>
            <p:ph type="title"/>
          </p:nvPr>
        </p:nvSpPr>
        <p:spPr>
          <a:xfrm>
            <a:off x="226077" y="357799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3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" name="Google Shape;81;p23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>
            <a:off x="475500" y="3304624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Calificada 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2400"/>
              <a:t>Lists, Hash, BST, Heaps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132213" y="288598"/>
            <a:ext cx="4218858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1)  (3 pts) Dada la siguiente estructura Node de una lista simplemente enlazada. 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105468" y="897523"/>
            <a:ext cx="20676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2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T data;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Node</a:t>
            </a: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&gt;*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84496" y="1885999"/>
            <a:ext cx="3664424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 una función que encuentre el elemento al medio de una lista simplemente enlazada. El tiempo de ejecución debe ser O(n), y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usando un solo bucle.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Recuerden: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desconoce el tamaño de la lista.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132213" y="288597"/>
            <a:ext cx="4105417" cy="121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2) (4 pts) Implemente un algoritmo para validar si un árbol binario de búsqueda BST esta balanceado.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s-ES" sz="1300">
                <a:solidFill>
                  <a:schemeClr val="dk2"/>
                </a:solidFill>
              </a:rPr>
              <a:t>	Asegúrese que la complejidad del algoritmo sea O(n). </a:t>
            </a:r>
            <a:r>
              <a:rPr lang="es-ES" sz="1300">
                <a:solidFill>
                  <a:schemeClr val="dk2"/>
                </a:solidFill>
              </a:rPr>
              <a:t>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237630" y="127322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219919" y="1664772"/>
            <a:ext cx="3664424" cy="1349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A82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isBalanced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132213" y="288598"/>
            <a:ext cx="4132712" cy="74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3)  (2 pts) Dado el siguiente árbol binario de búsqueda dibuje el árbol resultante después de eliminar los siguientes elementos: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366357" y="1163605"/>
            <a:ext cx="36644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Remover:</a:t>
            </a:r>
            <a:r>
              <a:rPr b="0" i="0" lang="es-E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66, 51, 55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Reemplazar por el sucesor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213" y="458024"/>
            <a:ext cx="4132701" cy="259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376176" y="333713"/>
            <a:ext cx="7656653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4) (3 pts) 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Considere un hashtable con las siguientes características: función hashing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h(x) = x mod n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resolución de colisiones por el método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open-addressing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El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rehashing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redobla el tamaño 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 la tabla. 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le pide insertar los elementos con la restricción de factor de llenado maxFillFactor=0.8 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Keys:  2, 3, 6, 8, 10, 12, 13, 22, 23, 25, 26, 33, 35, 44, 56</a:t>
            </a:r>
            <a:endParaRPr b="1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Capacidad inicial n=5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Dibuje cada vez que se redimensiona el hash table y el resultado final.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132212" y="288597"/>
            <a:ext cx="4844902" cy="118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5) (2 pts) Dada la siguiente representación de un min-heap.  Complete los nodos vacíos con letras del resto del alfabeto sin perder la propiedad del Heap.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452722" y="2124900"/>
            <a:ext cx="823855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a) Dibuje el resultado después de insertar ‘D’                            b)  Dibuje el resultado después de aplicar pop()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02809" y="2463836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647063" y="2463835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3561" y="259662"/>
            <a:ext cx="2933814" cy="1789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132212" y="288598"/>
            <a:ext cx="5251829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6) (3 pts) Dada la siguiente representación de un max-heap.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240969" y="2171447"/>
            <a:ext cx="823855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a) Dibuje el resultado después hacer doble pop            b)  Luego, dibuje el resultado después de insertar ‘W’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302809" y="2463836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444" y="563331"/>
            <a:ext cx="2935605" cy="137604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4647063" y="2463835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132213" y="288598"/>
            <a:ext cx="3921172" cy="755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7) (3 pts) </a:t>
            </a:r>
            <a:r>
              <a:rPr lang="es-ES" sz="1400">
                <a:solidFill>
                  <a:srgbClr val="000000"/>
                </a:solidFill>
              </a:rPr>
              <a:t>Cree un disjoint set optimizado (by rank) con el siguiente arreglo y operaciones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540366" y="920879"/>
            <a:ext cx="31048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1, 2, 3, 4, 5, 6, 7, 8, 9, 10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70848" y="1443914"/>
            <a:ext cx="2133300" cy="2582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makeSet(1)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makeSet(2)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makeSet(3)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makeSet(4)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makeSet(5)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makeSet(6)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920085" y="1443915"/>
            <a:ext cx="2133300" cy="2582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union(1, 10)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union(2, 9)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union(3, 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union(10, 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union(5, 6)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union(7, 1)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union(8, 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union(4, 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union(7, 2)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470848" y="4107976"/>
            <a:ext cx="37053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Dibuje el DS resultante indicando para cada nodo el valor del rank.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