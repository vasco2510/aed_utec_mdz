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Tahom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inBLRz968aVy1J8EIhmxD0lHBJ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8BC3FF-8192-4B82-977F-A2C9E22D9232}">
  <a:tblStyle styleId="{478BC3FF-8192-4B82-977F-A2C9E22D92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-regular.fntdata"/><Relationship Id="rId14" Type="http://schemas.openxmlformats.org/officeDocument/2006/relationships/slide" Target="slides/slide7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Tahoma-regular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1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412750" lvl="0" marL="4572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4127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4127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4127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4127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" type="subTitle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" name="Google Shape;46;p1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" name="Google Shape;56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9"/>
          <p:cNvSpPr txBox="1"/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8" name="Google Shape;1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41" name="Google Shape;141;p1"/>
          <p:cNvSpPr txBox="1"/>
          <p:nvPr>
            <p:ph idx="1" type="body"/>
          </p:nvPr>
        </p:nvSpPr>
        <p:spPr>
          <a:xfrm>
            <a:off x="460950" y="1768622"/>
            <a:ext cx="8222100" cy="299744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C- Dado el siguiente árbol B de orden 3,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inserte los elementos  34, 48, 44.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Dibuje después de cada inserción.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120" y="2658463"/>
            <a:ext cx="3441612" cy="11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471900" y="1816526"/>
            <a:ext cx="8222100" cy="299744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D- Sobre el árbol B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15 y después el 40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después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559558" y="466008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</p:txBody>
      </p:sp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31" y="2319186"/>
            <a:ext cx="3786412" cy="150411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130044" y="1708059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E- Inserte los siguientes elementos en un árbol B+ de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orden 4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5, 26, 89, 41, 44, 31, 11, 52, 100, 8, 55.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ibuje árbol final resultante.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225476" y="4476574"/>
            <a:ext cx="7652644" cy="470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distribución en el split para una cantidad impar de elementos, seria asignar la mitad + 1  al nodo izquierdo.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684582" y="3156650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294479" y="1694576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F- Sobre el árbol B+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75, 45 y 36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después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69" name="Google Shape;169;p4"/>
          <p:cNvGraphicFramePr/>
          <p:nvPr/>
        </p:nvGraphicFramePr>
        <p:xfrm>
          <a:off x="6055913" y="404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0" name="Google Shape;170;p4"/>
          <p:cNvCxnSpPr/>
          <p:nvPr/>
        </p:nvCxnSpPr>
        <p:spPr>
          <a:xfrm>
            <a:off x="5820256" y="3404401"/>
            <a:ext cx="847800" cy="63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71" name="Google Shape;171;p4"/>
          <p:cNvGraphicFramePr/>
          <p:nvPr/>
        </p:nvGraphicFramePr>
        <p:xfrm>
          <a:off x="2756803" y="4016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2" name="Google Shape;172;p4"/>
          <p:cNvCxnSpPr/>
          <p:nvPr/>
        </p:nvCxnSpPr>
        <p:spPr>
          <a:xfrm>
            <a:off x="3980939" y="4198992"/>
            <a:ext cx="475800" cy="23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4"/>
          <p:cNvCxnSpPr/>
          <p:nvPr/>
        </p:nvCxnSpPr>
        <p:spPr>
          <a:xfrm>
            <a:off x="3366261" y="3294128"/>
            <a:ext cx="141300" cy="677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74" name="Google Shape;174;p4"/>
          <p:cNvGraphicFramePr/>
          <p:nvPr/>
        </p:nvGraphicFramePr>
        <p:xfrm>
          <a:off x="1188275" y="39852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5" name="Google Shape;175;p4"/>
          <p:cNvCxnSpPr/>
          <p:nvPr/>
        </p:nvCxnSpPr>
        <p:spPr>
          <a:xfrm flipH="1">
            <a:off x="1923583" y="3339383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76" name="Google Shape;176;p4"/>
          <p:cNvGraphicFramePr/>
          <p:nvPr/>
        </p:nvGraphicFramePr>
        <p:xfrm>
          <a:off x="2838202" y="2929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5280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77" name="Google Shape;177;p4"/>
          <p:cNvGraphicFramePr/>
          <p:nvPr/>
        </p:nvGraphicFramePr>
        <p:xfrm>
          <a:off x="4140866" y="2316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8" name="Google Shape;178;p4"/>
          <p:cNvCxnSpPr/>
          <p:nvPr/>
        </p:nvCxnSpPr>
        <p:spPr>
          <a:xfrm flipH="1">
            <a:off x="3366306" y="2635734"/>
            <a:ext cx="708900" cy="293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4"/>
          <p:cNvCxnSpPr/>
          <p:nvPr/>
        </p:nvCxnSpPr>
        <p:spPr>
          <a:xfrm>
            <a:off x="4619367" y="2680989"/>
            <a:ext cx="1200900" cy="358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4"/>
          <p:cNvCxnSpPr/>
          <p:nvPr/>
        </p:nvCxnSpPr>
        <p:spPr>
          <a:xfrm>
            <a:off x="2124036" y="4170258"/>
            <a:ext cx="536935" cy="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1" name="Google Shape;181;p4"/>
          <p:cNvGraphicFramePr/>
          <p:nvPr/>
        </p:nvGraphicFramePr>
        <p:xfrm>
          <a:off x="4456744" y="4040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2" name="Google Shape;182;p4"/>
          <p:cNvCxnSpPr/>
          <p:nvPr/>
        </p:nvCxnSpPr>
        <p:spPr>
          <a:xfrm flipH="1">
            <a:off x="5068683" y="3449657"/>
            <a:ext cx="322500" cy="590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3" name="Google Shape;183;p4"/>
          <p:cNvGraphicFramePr/>
          <p:nvPr/>
        </p:nvGraphicFramePr>
        <p:xfrm>
          <a:off x="5341755" y="3039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{478BC3FF-8192-4B82-977F-A2C9E22D9232}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4" name="Google Shape;184;p4"/>
          <p:cNvCxnSpPr/>
          <p:nvPr/>
        </p:nvCxnSpPr>
        <p:spPr>
          <a:xfrm flipH="1" rot="10800000">
            <a:off x="5680880" y="4179232"/>
            <a:ext cx="397500" cy="43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4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460950" y="1749020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G. 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insertar la palabra “big” y luego “billar”. Muestre el paso a paso.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193" name="Google Shape;193;p5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194" name="Google Shape;194;p5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5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8" name="Google Shape;198;p5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5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5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5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207" name="Google Shape;207;p5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" name="Google Shape;208;p5"/>
            <p:cNvCxnSpPr>
              <a:endCxn id="207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9" name="Google Shape;209;p5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876362" y="4474545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5"/>
          <p:cNvCxnSpPr/>
          <p:nvPr/>
        </p:nvCxnSpPr>
        <p:spPr>
          <a:xfrm flipH="1">
            <a:off x="5443231" y="3814549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5"/>
          <p:cNvSpPr txBox="1"/>
          <p:nvPr/>
        </p:nvSpPr>
        <p:spPr>
          <a:xfrm>
            <a:off x="5443231" y="396733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5"/>
          <p:cNvCxnSpPr>
            <a:endCxn id="209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5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222" name="Google Shape;222;p6"/>
          <p:cNvSpPr txBox="1"/>
          <p:nvPr>
            <p:ph idx="1" type="body"/>
          </p:nvPr>
        </p:nvSpPr>
        <p:spPr>
          <a:xfrm>
            <a:off x="460950" y="1785842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H.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eliminar la palabra “hello” y luego la palabra “help”. Muestre el paso a paso. 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224" name="Google Shape;224;p6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225" name="Google Shape;225;p6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6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8" name="Google Shape;228;p6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9" name="Google Shape;229;p6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p6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6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6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6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6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238" name="Google Shape;238;p6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" name="Google Shape;239;p6"/>
            <p:cNvCxnSpPr>
              <a:endCxn id="238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0" name="Google Shape;240;p6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876362" y="4474545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6"/>
          <p:cNvCxnSpPr/>
          <p:nvPr/>
        </p:nvCxnSpPr>
        <p:spPr>
          <a:xfrm flipH="1">
            <a:off x="5443231" y="3814549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6"/>
          <p:cNvSpPr txBox="1"/>
          <p:nvPr/>
        </p:nvSpPr>
        <p:spPr>
          <a:xfrm>
            <a:off x="5443231" y="396733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6"/>
          <p:cNvCxnSpPr>
            <a:endCxn id="240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6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460950" y="1785842"/>
            <a:ext cx="8222100" cy="2886982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I. Suffix Tree: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construya el árbol de sufijos compacto del texto “panamabanana” e indique el camino de búsqueda para patrón “ana” 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heider sanchez</dc:creator>
</cp:coreProperties>
</file>