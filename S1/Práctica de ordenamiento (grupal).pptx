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r:id="rId11" roundtripDataSignature="AMtx7mgHKma3k5MS4gE4Uk0eBg8FoGmKV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584522C-0C9D-4A62-9694-21A0F3B04217}">
  <a:tblStyle styleId="{D584522C-0C9D-4A62-9694-21A0F3B0421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F1FA"/>
          </a:solidFill>
        </a:fill>
      </a:tcStyle>
    </a:wholeTbl>
    <a:band1H>
      <a:tcTxStyle/>
      <a:tcStyle>
        <a:fill>
          <a:solidFill>
            <a:srgbClr val="CBE2F5"/>
          </a:solidFill>
        </a:fill>
      </a:tcStyle>
    </a:band1H>
    <a:band2H>
      <a:tcTxStyle/>
    </a:band2H>
    <a:band1V>
      <a:tcTxStyle/>
      <a:tcStyle>
        <a:fill>
          <a:solidFill>
            <a:srgbClr val="CBE2F5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11" Type="http://customschemas.google.com/relationships/presentationmetadata" Target="metadata"/><Relationship Id="rId10" Type="http://schemas.openxmlformats.org/officeDocument/2006/relationships/slide" Target="slides/slide4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/>
          <p:cNvSpPr txBox="1"/>
          <p:nvPr>
            <p:ph idx="1" type="body"/>
          </p:nvPr>
        </p:nvSpPr>
        <p:spPr>
          <a:xfrm>
            <a:off x="914400" y="4343400"/>
            <a:ext cx="5013300" cy="12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:notes"/>
          <p:cNvSpPr/>
          <p:nvPr>
            <p:ph idx="2" type="sldImg"/>
          </p:nvPr>
        </p:nvSpPr>
        <p:spPr>
          <a:xfrm>
            <a:off x="-13703300" y="-7013575"/>
            <a:ext cx="27406600" cy="154162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 txBox="1"/>
          <p:nvPr>
            <p:ph idx="1" type="body"/>
          </p:nvPr>
        </p:nvSpPr>
        <p:spPr>
          <a:xfrm>
            <a:off x="914400" y="4343400"/>
            <a:ext cx="5013300" cy="12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:notes"/>
          <p:cNvSpPr/>
          <p:nvPr>
            <p:ph idx="2" type="sldImg"/>
          </p:nvPr>
        </p:nvSpPr>
        <p:spPr>
          <a:xfrm>
            <a:off x="-13703300" y="-7013575"/>
            <a:ext cx="27406600" cy="154162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showMasterSp="0" type="secHead">
  <p:cSld name="SECTION_HEADER">
    <p:bg>
      <p:bgPr>
        <a:solidFill>
          <a:schemeClr val="lt1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6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6"/>
          <p:cNvSpPr txBox="1"/>
          <p:nvPr>
            <p:ph type="title"/>
          </p:nvPr>
        </p:nvSpPr>
        <p:spPr>
          <a:xfrm>
            <a:off x="822960" y="569214"/>
            <a:ext cx="7543800" cy="26746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6000"/>
              <a:buFont typeface="Calibri"/>
              <a:buNone/>
              <a:defRPr b="0" sz="6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6"/>
          <p:cNvSpPr txBox="1"/>
          <p:nvPr>
            <p:ph idx="1" type="body"/>
          </p:nvPr>
        </p:nvSpPr>
        <p:spPr>
          <a:xfrm>
            <a:off x="822960" y="3339846"/>
            <a:ext cx="75438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  <a:defRPr sz="18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6"/>
          <p:cNvSpPr txBox="1"/>
          <p:nvPr>
            <p:ph idx="10" type="dt"/>
          </p:nvPr>
        </p:nvSpPr>
        <p:spPr>
          <a:xfrm>
            <a:off x="822961" y="4844839"/>
            <a:ext cx="185420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6"/>
          <p:cNvSpPr txBox="1"/>
          <p:nvPr>
            <p:ph idx="11" type="ftr"/>
          </p:nvPr>
        </p:nvSpPr>
        <p:spPr>
          <a:xfrm>
            <a:off x="2764639" y="4844839"/>
            <a:ext cx="361710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6"/>
          <p:cNvSpPr txBox="1"/>
          <p:nvPr>
            <p:ph idx="12" type="sldNum"/>
          </p:nvPr>
        </p:nvSpPr>
        <p:spPr>
          <a:xfrm>
            <a:off x="7425344" y="4844839"/>
            <a:ext cx="98401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  <p:cxnSp>
        <p:nvCxnSpPr>
          <p:cNvPr id="21" name="Google Shape;21;p6"/>
          <p:cNvCxnSpPr/>
          <p:nvPr/>
        </p:nvCxnSpPr>
        <p:spPr>
          <a:xfrm>
            <a:off x="905744" y="3257550"/>
            <a:ext cx="740664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7"/>
          <p:cNvSpPr txBox="1"/>
          <p:nvPr>
            <p:ph type="title"/>
          </p:nvPr>
        </p:nvSpPr>
        <p:spPr>
          <a:xfrm>
            <a:off x="822960" y="214953"/>
            <a:ext cx="7543800" cy="612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7"/>
          <p:cNvSpPr txBox="1"/>
          <p:nvPr>
            <p:ph idx="1" type="body"/>
          </p:nvPr>
        </p:nvSpPr>
        <p:spPr>
          <a:xfrm>
            <a:off x="822960" y="1013927"/>
            <a:ext cx="7543800" cy="33878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25" name="Google Shape;25;p7"/>
          <p:cNvSpPr txBox="1"/>
          <p:nvPr>
            <p:ph idx="10" type="dt"/>
          </p:nvPr>
        </p:nvSpPr>
        <p:spPr>
          <a:xfrm>
            <a:off x="822961" y="4844839"/>
            <a:ext cx="185420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7"/>
          <p:cNvSpPr txBox="1"/>
          <p:nvPr>
            <p:ph idx="11" type="ftr"/>
          </p:nvPr>
        </p:nvSpPr>
        <p:spPr>
          <a:xfrm>
            <a:off x="2764639" y="4844839"/>
            <a:ext cx="361710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7"/>
          <p:cNvSpPr txBox="1"/>
          <p:nvPr>
            <p:ph idx="12" type="sldNum"/>
          </p:nvPr>
        </p:nvSpPr>
        <p:spPr>
          <a:xfrm>
            <a:off x="7425344" y="4844839"/>
            <a:ext cx="98401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showMasterSp="0" type="title">
  <p:cSld name="TITLE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8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8"/>
          <p:cNvSpPr txBox="1"/>
          <p:nvPr>
            <p:ph type="ctrTitle"/>
          </p:nvPr>
        </p:nvSpPr>
        <p:spPr>
          <a:xfrm>
            <a:off x="822960" y="569214"/>
            <a:ext cx="7543800" cy="26746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6000"/>
              <a:buFont typeface="Calibri"/>
              <a:buNone/>
              <a:defRPr sz="6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8"/>
          <p:cNvSpPr txBox="1"/>
          <p:nvPr>
            <p:ph idx="1" type="subTitle"/>
          </p:nvPr>
        </p:nvSpPr>
        <p:spPr>
          <a:xfrm>
            <a:off x="825038" y="3341715"/>
            <a:ext cx="75438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  <a:defRPr sz="18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ctr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33" name="Google Shape;33;p8"/>
          <p:cNvSpPr txBox="1"/>
          <p:nvPr>
            <p:ph idx="10" type="dt"/>
          </p:nvPr>
        </p:nvSpPr>
        <p:spPr>
          <a:xfrm>
            <a:off x="822961" y="4844839"/>
            <a:ext cx="185420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8"/>
          <p:cNvSpPr txBox="1"/>
          <p:nvPr>
            <p:ph idx="11" type="ftr"/>
          </p:nvPr>
        </p:nvSpPr>
        <p:spPr>
          <a:xfrm>
            <a:off x="2764639" y="4844839"/>
            <a:ext cx="361710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7425344" y="4844839"/>
            <a:ext cx="98401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  <p:cxnSp>
        <p:nvCxnSpPr>
          <p:cNvPr id="36" name="Google Shape;36;p8"/>
          <p:cNvCxnSpPr/>
          <p:nvPr/>
        </p:nvCxnSpPr>
        <p:spPr>
          <a:xfrm>
            <a:off x="905744" y="3257550"/>
            <a:ext cx="740664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 txBox="1"/>
          <p:nvPr>
            <p:ph type="title"/>
          </p:nvPr>
        </p:nvSpPr>
        <p:spPr>
          <a:xfrm>
            <a:off x="822960" y="214953"/>
            <a:ext cx="7543800" cy="108806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9"/>
          <p:cNvSpPr txBox="1"/>
          <p:nvPr>
            <p:ph idx="1" type="body"/>
          </p:nvPr>
        </p:nvSpPr>
        <p:spPr>
          <a:xfrm>
            <a:off x="822959" y="1384301"/>
            <a:ext cx="370332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2" type="body"/>
          </p:nvPr>
        </p:nvSpPr>
        <p:spPr>
          <a:xfrm>
            <a:off x="4663440" y="1384301"/>
            <a:ext cx="370332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0" type="dt"/>
          </p:nvPr>
        </p:nvSpPr>
        <p:spPr>
          <a:xfrm>
            <a:off x="822961" y="4844839"/>
            <a:ext cx="185420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1" type="ftr"/>
          </p:nvPr>
        </p:nvSpPr>
        <p:spPr>
          <a:xfrm>
            <a:off x="2764639" y="4844839"/>
            <a:ext cx="361710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9"/>
          <p:cNvSpPr txBox="1"/>
          <p:nvPr>
            <p:ph idx="12" type="sldNum"/>
          </p:nvPr>
        </p:nvSpPr>
        <p:spPr>
          <a:xfrm>
            <a:off x="7425344" y="4844839"/>
            <a:ext cx="98401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/>
          <p:nvPr>
            <p:ph type="title"/>
          </p:nvPr>
        </p:nvSpPr>
        <p:spPr>
          <a:xfrm>
            <a:off x="822960" y="214953"/>
            <a:ext cx="7543800" cy="108806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822960" y="1384539"/>
            <a:ext cx="3703320" cy="5522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500"/>
              <a:buNone/>
              <a:defRPr b="0" sz="15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200"/>
              <a:buNone/>
              <a:defRPr b="1" sz="1200"/>
            </a:lvl9pPr>
          </a:lstStyle>
          <a:p/>
        </p:txBody>
      </p:sp>
      <p:sp>
        <p:nvSpPr>
          <p:cNvPr id="47" name="Google Shape;47;p10"/>
          <p:cNvSpPr txBox="1"/>
          <p:nvPr>
            <p:ph idx="2" type="body"/>
          </p:nvPr>
        </p:nvSpPr>
        <p:spPr>
          <a:xfrm>
            <a:off x="822960" y="1936751"/>
            <a:ext cx="3703320" cy="2533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48" name="Google Shape;48;p10"/>
          <p:cNvSpPr txBox="1"/>
          <p:nvPr>
            <p:ph idx="3" type="body"/>
          </p:nvPr>
        </p:nvSpPr>
        <p:spPr>
          <a:xfrm>
            <a:off x="4663440" y="1384539"/>
            <a:ext cx="3703320" cy="5522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500"/>
              <a:buNone/>
              <a:defRPr b="0" sz="15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200"/>
              <a:buNone/>
              <a:defRPr b="1" sz="1200"/>
            </a:lvl9pPr>
          </a:lstStyle>
          <a:p/>
        </p:txBody>
      </p:sp>
      <p:sp>
        <p:nvSpPr>
          <p:cNvPr id="49" name="Google Shape;49;p10"/>
          <p:cNvSpPr txBox="1"/>
          <p:nvPr>
            <p:ph idx="4" type="body"/>
          </p:nvPr>
        </p:nvSpPr>
        <p:spPr>
          <a:xfrm>
            <a:off x="4663440" y="1936751"/>
            <a:ext cx="3703320" cy="2533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0" name="Google Shape;50;p10"/>
          <p:cNvSpPr txBox="1"/>
          <p:nvPr>
            <p:ph idx="10" type="dt"/>
          </p:nvPr>
        </p:nvSpPr>
        <p:spPr>
          <a:xfrm>
            <a:off x="822961" y="4844839"/>
            <a:ext cx="185420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0"/>
          <p:cNvSpPr txBox="1"/>
          <p:nvPr>
            <p:ph idx="11" type="ftr"/>
          </p:nvPr>
        </p:nvSpPr>
        <p:spPr>
          <a:xfrm>
            <a:off x="2764639" y="4844839"/>
            <a:ext cx="361710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0"/>
          <p:cNvSpPr txBox="1"/>
          <p:nvPr>
            <p:ph idx="12" type="sldNum"/>
          </p:nvPr>
        </p:nvSpPr>
        <p:spPr>
          <a:xfrm>
            <a:off x="7425344" y="4844839"/>
            <a:ext cx="98401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 txBox="1"/>
          <p:nvPr>
            <p:ph type="title"/>
          </p:nvPr>
        </p:nvSpPr>
        <p:spPr>
          <a:xfrm>
            <a:off x="822960" y="214953"/>
            <a:ext cx="7543800" cy="612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0" type="dt"/>
          </p:nvPr>
        </p:nvSpPr>
        <p:spPr>
          <a:xfrm>
            <a:off x="822961" y="4844839"/>
            <a:ext cx="185420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1" type="ftr"/>
          </p:nvPr>
        </p:nvSpPr>
        <p:spPr>
          <a:xfrm>
            <a:off x="2764639" y="4844839"/>
            <a:ext cx="361710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7425344" y="4844839"/>
            <a:ext cx="98401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showMasterSp="0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2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2"/>
          <p:cNvSpPr txBox="1"/>
          <p:nvPr>
            <p:ph idx="10" type="dt"/>
          </p:nvPr>
        </p:nvSpPr>
        <p:spPr>
          <a:xfrm>
            <a:off x="822961" y="4844839"/>
            <a:ext cx="185420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2"/>
          <p:cNvSpPr txBox="1"/>
          <p:nvPr>
            <p:ph idx="11" type="ftr"/>
          </p:nvPr>
        </p:nvSpPr>
        <p:spPr>
          <a:xfrm>
            <a:off x="2764639" y="4844839"/>
            <a:ext cx="361710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2"/>
          <p:cNvSpPr txBox="1"/>
          <p:nvPr>
            <p:ph idx="12" type="sldNum"/>
          </p:nvPr>
        </p:nvSpPr>
        <p:spPr>
          <a:xfrm>
            <a:off x="7425344" y="4844839"/>
            <a:ext cx="98401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showMasterSp="0" type="objTx">
  <p:cSld name="OBJECT_WITH_CAPTION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3"/>
          <p:cNvSpPr/>
          <p:nvPr/>
        </p:nvSpPr>
        <p:spPr>
          <a:xfrm>
            <a:off x="13" y="0"/>
            <a:ext cx="3038093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3"/>
          <p:cNvSpPr/>
          <p:nvPr/>
        </p:nvSpPr>
        <p:spPr>
          <a:xfrm>
            <a:off x="3030053" y="0"/>
            <a:ext cx="48006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3"/>
          <p:cNvSpPr txBox="1"/>
          <p:nvPr>
            <p:ph type="title"/>
          </p:nvPr>
        </p:nvSpPr>
        <p:spPr>
          <a:xfrm>
            <a:off x="342900" y="445769"/>
            <a:ext cx="24003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alibri"/>
              <a:buNone/>
              <a:defRPr b="0" sz="27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3"/>
          <p:cNvSpPr txBox="1"/>
          <p:nvPr>
            <p:ph idx="1" type="body"/>
          </p:nvPr>
        </p:nvSpPr>
        <p:spPr>
          <a:xfrm>
            <a:off x="3600450" y="548640"/>
            <a:ext cx="4869180" cy="3943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69" name="Google Shape;69;p13"/>
          <p:cNvSpPr txBox="1"/>
          <p:nvPr>
            <p:ph idx="2" type="body"/>
          </p:nvPr>
        </p:nvSpPr>
        <p:spPr>
          <a:xfrm>
            <a:off x="342900" y="2194560"/>
            <a:ext cx="2400300" cy="25343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125"/>
              <a:buNone/>
              <a:defRPr sz="1125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SzPts val="900"/>
              <a:buNone/>
              <a:defRPr sz="900"/>
            </a:lvl2pPr>
            <a:lvl3pPr indent="-2286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750"/>
              <a:buNone/>
              <a:defRPr sz="750"/>
            </a:lvl3pPr>
            <a:lvl4pPr indent="-2286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675"/>
              <a:buNone/>
              <a:defRPr sz="675"/>
            </a:lvl4pPr>
            <a:lvl5pPr indent="-2286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675"/>
              <a:buNone/>
              <a:defRPr sz="675"/>
            </a:lvl5pPr>
            <a:lvl6pPr indent="-2286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675"/>
              <a:buNone/>
              <a:defRPr sz="675"/>
            </a:lvl6pPr>
            <a:lvl7pPr indent="-2286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675"/>
              <a:buNone/>
              <a:defRPr sz="675"/>
            </a:lvl7pPr>
            <a:lvl8pPr indent="-2286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675"/>
              <a:buNone/>
              <a:defRPr sz="675"/>
            </a:lvl8pPr>
            <a:lvl9pPr indent="-2286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675"/>
              <a:buNone/>
              <a:defRPr sz="675"/>
            </a:lvl9pPr>
          </a:lstStyle>
          <a:p/>
        </p:txBody>
      </p:sp>
      <p:sp>
        <p:nvSpPr>
          <p:cNvPr id="70" name="Google Shape;70;p13"/>
          <p:cNvSpPr txBox="1"/>
          <p:nvPr>
            <p:ph idx="10" type="dt"/>
          </p:nvPr>
        </p:nvSpPr>
        <p:spPr>
          <a:xfrm>
            <a:off x="349134" y="4844839"/>
            <a:ext cx="196388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3"/>
          <p:cNvSpPr txBox="1"/>
          <p:nvPr>
            <p:ph idx="11" type="ftr"/>
          </p:nvPr>
        </p:nvSpPr>
        <p:spPr>
          <a:xfrm>
            <a:off x="3600450" y="4844839"/>
            <a:ext cx="348615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3"/>
          <p:cNvSpPr txBox="1"/>
          <p:nvPr>
            <p:ph idx="12" type="sldNum"/>
          </p:nvPr>
        </p:nvSpPr>
        <p:spPr>
          <a:xfrm>
            <a:off x="7425344" y="4844839"/>
            <a:ext cx="98401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88"/>
              <a:buFont typeface="Calibri"/>
              <a:buNone/>
              <a:defRPr b="0" i="0" sz="788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88"/>
              <a:buFont typeface="Calibri"/>
              <a:buNone/>
              <a:defRPr b="0" i="0" sz="788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88"/>
              <a:buFont typeface="Calibri"/>
              <a:buNone/>
              <a:defRPr b="0" i="0" sz="788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88"/>
              <a:buFont typeface="Calibri"/>
              <a:buNone/>
              <a:defRPr b="0" i="0" sz="788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88"/>
              <a:buFont typeface="Calibri"/>
              <a:buNone/>
              <a:defRPr b="0" i="0" sz="788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88"/>
              <a:buFont typeface="Calibri"/>
              <a:buNone/>
              <a:defRPr b="0" i="0" sz="788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88"/>
              <a:buFont typeface="Calibri"/>
              <a:buNone/>
              <a:defRPr b="0" i="0" sz="788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88"/>
              <a:buFont typeface="Calibri"/>
              <a:buNone/>
              <a:defRPr b="0" i="0" sz="788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88"/>
              <a:buFont typeface="Calibri"/>
              <a:buNone/>
              <a:defRPr b="0" i="0" sz="788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showMasterSp="0" type="picTx">
  <p:cSld name="PICTURE_WITH_CAPTIO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/>
          <p:nvPr/>
        </p:nvSpPr>
        <p:spPr>
          <a:xfrm>
            <a:off x="0" y="3714750"/>
            <a:ext cx="9141619" cy="14287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4"/>
          <p:cNvSpPr/>
          <p:nvPr/>
        </p:nvSpPr>
        <p:spPr>
          <a:xfrm>
            <a:off x="12" y="368630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4"/>
          <p:cNvSpPr txBox="1"/>
          <p:nvPr>
            <p:ph type="title"/>
          </p:nvPr>
        </p:nvSpPr>
        <p:spPr>
          <a:xfrm>
            <a:off x="822960" y="3806190"/>
            <a:ext cx="7584948" cy="6172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alibri"/>
              <a:buNone/>
              <a:defRPr b="0" sz="27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7" name="Google Shape;77;p14"/>
          <p:cNvPicPr preferRelativeResize="0"/>
          <p:nvPr>
            <p:ph idx="2" type="pic"/>
          </p:nvPr>
        </p:nvPicPr>
        <p:blipFill/>
        <p:spPr>
          <a:xfrm>
            <a:off x="12" y="0"/>
            <a:ext cx="9143989" cy="3686307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78" name="Google Shape;78;p14"/>
          <p:cNvSpPr txBox="1"/>
          <p:nvPr>
            <p:ph idx="1" type="body"/>
          </p:nvPr>
        </p:nvSpPr>
        <p:spPr>
          <a:xfrm>
            <a:off x="822960" y="4430267"/>
            <a:ext cx="7584948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25"/>
              <a:buNone/>
              <a:defRPr sz="1125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SzPts val="900"/>
              <a:buNone/>
              <a:defRPr sz="900"/>
            </a:lvl2pPr>
            <a:lvl3pPr indent="-2286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750"/>
              <a:buNone/>
              <a:defRPr sz="750"/>
            </a:lvl3pPr>
            <a:lvl4pPr indent="-2286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675"/>
              <a:buNone/>
              <a:defRPr sz="675"/>
            </a:lvl4pPr>
            <a:lvl5pPr indent="-2286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675"/>
              <a:buNone/>
              <a:defRPr sz="675"/>
            </a:lvl5pPr>
            <a:lvl6pPr indent="-2286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675"/>
              <a:buNone/>
              <a:defRPr sz="675"/>
            </a:lvl6pPr>
            <a:lvl7pPr indent="-2286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675"/>
              <a:buNone/>
              <a:defRPr sz="675"/>
            </a:lvl7pPr>
            <a:lvl8pPr indent="-2286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675"/>
              <a:buNone/>
              <a:defRPr sz="675"/>
            </a:lvl8pPr>
            <a:lvl9pPr indent="-2286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675"/>
              <a:buNone/>
              <a:defRPr sz="675"/>
            </a:lvl9pPr>
          </a:lstStyle>
          <a:p/>
        </p:txBody>
      </p:sp>
      <p:sp>
        <p:nvSpPr>
          <p:cNvPr id="79" name="Google Shape;79;p14"/>
          <p:cNvSpPr txBox="1"/>
          <p:nvPr>
            <p:ph idx="10" type="dt"/>
          </p:nvPr>
        </p:nvSpPr>
        <p:spPr>
          <a:xfrm>
            <a:off x="822961" y="4844839"/>
            <a:ext cx="185420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4"/>
          <p:cNvSpPr txBox="1"/>
          <p:nvPr>
            <p:ph idx="11" type="ftr"/>
          </p:nvPr>
        </p:nvSpPr>
        <p:spPr>
          <a:xfrm>
            <a:off x="2764639" y="4844839"/>
            <a:ext cx="361710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7425344" y="4844839"/>
            <a:ext cx="98401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822960" y="214953"/>
            <a:ext cx="7543800" cy="612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5"/>
          <p:cNvSpPr txBox="1"/>
          <p:nvPr>
            <p:ph idx="1" type="body"/>
          </p:nvPr>
        </p:nvSpPr>
        <p:spPr>
          <a:xfrm rot="5400000">
            <a:off x="2900913" y="-1064026"/>
            <a:ext cx="3387894" cy="75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85" name="Google Shape;85;p15"/>
          <p:cNvSpPr txBox="1"/>
          <p:nvPr>
            <p:ph idx="10" type="dt"/>
          </p:nvPr>
        </p:nvSpPr>
        <p:spPr>
          <a:xfrm>
            <a:off x="822961" y="4844839"/>
            <a:ext cx="185420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5"/>
          <p:cNvSpPr txBox="1"/>
          <p:nvPr>
            <p:ph idx="11" type="ftr"/>
          </p:nvPr>
        </p:nvSpPr>
        <p:spPr>
          <a:xfrm>
            <a:off x="2764639" y="4844839"/>
            <a:ext cx="361710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5"/>
          <p:cNvSpPr txBox="1"/>
          <p:nvPr>
            <p:ph idx="12" type="sldNum"/>
          </p:nvPr>
        </p:nvSpPr>
        <p:spPr>
          <a:xfrm>
            <a:off x="7425344" y="4844839"/>
            <a:ext cx="98401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showMasterSp="0" type="vertTitleAndTx">
  <p:cSld name="VERTICAL_TITLE_AND_VERTICAL_TEX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6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6"/>
          <p:cNvSpPr txBox="1"/>
          <p:nvPr>
            <p:ph type="title"/>
          </p:nvPr>
        </p:nvSpPr>
        <p:spPr>
          <a:xfrm rot="5400000">
            <a:off x="5370480" y="1484280"/>
            <a:ext cx="4318066" cy="19716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6"/>
          <p:cNvSpPr txBox="1"/>
          <p:nvPr>
            <p:ph idx="1" type="body"/>
          </p:nvPr>
        </p:nvSpPr>
        <p:spPr>
          <a:xfrm rot="5400000">
            <a:off x="1369979" y="-430246"/>
            <a:ext cx="4318067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93" name="Google Shape;93;p16"/>
          <p:cNvSpPr txBox="1"/>
          <p:nvPr>
            <p:ph idx="10" type="dt"/>
          </p:nvPr>
        </p:nvSpPr>
        <p:spPr>
          <a:xfrm>
            <a:off x="822961" y="4844839"/>
            <a:ext cx="185420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6"/>
          <p:cNvSpPr txBox="1"/>
          <p:nvPr>
            <p:ph idx="11" type="ftr"/>
          </p:nvPr>
        </p:nvSpPr>
        <p:spPr>
          <a:xfrm>
            <a:off x="2764639" y="4844839"/>
            <a:ext cx="361710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6"/>
          <p:cNvSpPr txBox="1"/>
          <p:nvPr>
            <p:ph idx="12" type="sldNum"/>
          </p:nvPr>
        </p:nvSpPr>
        <p:spPr>
          <a:xfrm>
            <a:off x="7425344" y="4844839"/>
            <a:ext cx="98401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/>
          <p:nvPr/>
        </p:nvSpPr>
        <p:spPr>
          <a:xfrm>
            <a:off x="1" y="4800600"/>
            <a:ext cx="9144000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" name="Google Shape;7;p5"/>
          <p:cNvSpPr/>
          <p:nvPr/>
        </p:nvSpPr>
        <p:spPr>
          <a:xfrm>
            <a:off x="0" y="4750737"/>
            <a:ext cx="9144001" cy="494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" name="Google Shape;8;p5"/>
          <p:cNvSpPr txBox="1"/>
          <p:nvPr>
            <p:ph type="title"/>
          </p:nvPr>
        </p:nvSpPr>
        <p:spPr>
          <a:xfrm>
            <a:off x="822960" y="214953"/>
            <a:ext cx="7543800" cy="612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Calibri"/>
              <a:buNone/>
              <a:defRPr b="0" i="0" sz="2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" name="Google Shape;9;p5"/>
          <p:cNvSpPr txBox="1"/>
          <p:nvPr>
            <p:ph idx="1" type="body"/>
          </p:nvPr>
        </p:nvSpPr>
        <p:spPr>
          <a:xfrm>
            <a:off x="822960" y="1013927"/>
            <a:ext cx="7543800" cy="33878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23850" lvl="0" marL="45720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Calibri"/>
              <a:buChar char=" "/>
              <a:defRPr b="0" i="0" sz="15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4325" lvl="1" marL="914400" marR="0" rtl="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Clr>
                <a:schemeClr val="accent1"/>
              </a:buClr>
              <a:buSzPts val="1350"/>
              <a:buFont typeface="Calibri"/>
              <a:buChar char="◦"/>
              <a:defRPr b="0" i="0" sz="135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5275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Calibri"/>
              <a:buChar char="◦"/>
              <a:defRPr b="0" i="0" sz="105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5275" lvl="3" marL="18288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Calibri"/>
              <a:buChar char="◦"/>
              <a:defRPr b="0" i="0" sz="105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5275" lvl="4" marL="22860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Calibri"/>
              <a:buChar char="◦"/>
              <a:defRPr b="0" i="0" sz="105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5275" lvl="5" marL="27432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Calibri"/>
              <a:buChar char="◦"/>
              <a:defRPr b="0" i="0" sz="105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5275" lvl="6" marL="32004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Calibri"/>
              <a:buChar char="◦"/>
              <a:defRPr b="0" i="0" sz="105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5275" lvl="7" marL="3657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Calibri"/>
              <a:buChar char="◦"/>
              <a:defRPr b="0" i="0" sz="105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5275" lvl="8" marL="4114800" marR="0" rtl="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ts val="1050"/>
              <a:buFont typeface="Calibri"/>
              <a:buChar char="◦"/>
              <a:defRPr b="0" i="0" sz="105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5"/>
          <p:cNvSpPr txBox="1"/>
          <p:nvPr>
            <p:ph idx="10" type="dt"/>
          </p:nvPr>
        </p:nvSpPr>
        <p:spPr>
          <a:xfrm>
            <a:off x="822961" y="4844839"/>
            <a:ext cx="185420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5"/>
          <p:cNvSpPr txBox="1"/>
          <p:nvPr>
            <p:ph idx="11" type="ftr"/>
          </p:nvPr>
        </p:nvSpPr>
        <p:spPr>
          <a:xfrm>
            <a:off x="2764639" y="4844839"/>
            <a:ext cx="361710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7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5"/>
          <p:cNvSpPr txBox="1"/>
          <p:nvPr>
            <p:ph idx="12" type="sldNum"/>
          </p:nvPr>
        </p:nvSpPr>
        <p:spPr>
          <a:xfrm>
            <a:off x="7425344" y="4844839"/>
            <a:ext cx="98401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8"/>
              <a:buFont typeface="Calibri"/>
              <a:buNone/>
              <a:defRPr b="0" i="0" sz="788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8"/>
              <a:buFont typeface="Calibri"/>
              <a:buNone/>
              <a:defRPr b="0" i="0" sz="788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8"/>
              <a:buFont typeface="Calibri"/>
              <a:buNone/>
              <a:defRPr b="0" i="0" sz="788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8"/>
              <a:buFont typeface="Calibri"/>
              <a:buNone/>
              <a:defRPr b="0" i="0" sz="788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8"/>
              <a:buFont typeface="Calibri"/>
              <a:buNone/>
              <a:defRPr b="0" i="0" sz="788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8"/>
              <a:buFont typeface="Calibri"/>
              <a:buNone/>
              <a:defRPr b="0" i="0" sz="788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8"/>
              <a:buFont typeface="Calibri"/>
              <a:buNone/>
              <a:defRPr b="0" i="0" sz="788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8"/>
              <a:buFont typeface="Calibri"/>
              <a:buNone/>
              <a:defRPr b="0" i="0" sz="788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8"/>
              <a:buFont typeface="Calibri"/>
              <a:buNone/>
              <a:defRPr b="0" i="0" sz="788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"/>
          <p:cNvSpPr txBox="1"/>
          <p:nvPr>
            <p:ph type="title"/>
          </p:nvPr>
        </p:nvSpPr>
        <p:spPr>
          <a:xfrm>
            <a:off x="822960" y="569214"/>
            <a:ext cx="7543800" cy="267462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oboto"/>
              <a:buNone/>
            </a:pPr>
            <a:r>
              <a:rPr b="1" lang="es-PE"/>
              <a:t>Práctica de Ordenamiento</a:t>
            </a:r>
            <a:endParaRPr b="1"/>
          </a:p>
        </p:txBody>
      </p:sp>
      <p:sp>
        <p:nvSpPr>
          <p:cNvPr id="101" name="Google Shape;101;p1"/>
          <p:cNvSpPr txBox="1"/>
          <p:nvPr>
            <p:ph idx="1" type="body"/>
          </p:nvPr>
        </p:nvSpPr>
        <p:spPr>
          <a:xfrm>
            <a:off x="822960" y="3339846"/>
            <a:ext cx="75438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PE"/>
              <a:t>ALGORITMOS Y ESTRUCTURA DE DATOS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"/>
          <p:cNvSpPr txBox="1"/>
          <p:nvPr>
            <p:ph type="title"/>
          </p:nvPr>
        </p:nvSpPr>
        <p:spPr>
          <a:xfrm>
            <a:off x="822960" y="214953"/>
            <a:ext cx="7543800" cy="612361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oboto"/>
              <a:buNone/>
            </a:pPr>
            <a:r>
              <a:rPr b="1" lang="es-PE"/>
              <a:t>Práctica de Ordenamiento</a:t>
            </a:r>
            <a:endParaRPr b="1"/>
          </a:p>
        </p:txBody>
      </p:sp>
      <p:sp>
        <p:nvSpPr>
          <p:cNvPr id="107" name="Google Shape;107;p2"/>
          <p:cNvSpPr txBox="1"/>
          <p:nvPr>
            <p:ph idx="1" type="body"/>
          </p:nvPr>
        </p:nvSpPr>
        <p:spPr>
          <a:xfrm>
            <a:off x="822960" y="1013927"/>
            <a:ext cx="6510651" cy="33878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95250" lvl="0" marL="685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 "/>
            </a:pPr>
            <a:r>
              <a:rPr b="1" lang="es-PE"/>
              <a:t>Instrucciones</a:t>
            </a:r>
            <a:r>
              <a:rPr lang="es-PE"/>
              <a:t>: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1500"/>
              <a:buFont typeface="Calibri"/>
              <a:buAutoNum type="arabicPeriod"/>
            </a:pPr>
            <a:r>
              <a:rPr lang="es-PE"/>
              <a:t>El profesor formará grupos aleatorios de 4 integrantes.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1500"/>
              <a:buFont typeface="Calibri"/>
              <a:buAutoNum type="arabicPeriod"/>
            </a:pPr>
            <a:r>
              <a:rPr b="1" lang="es-PE"/>
              <a:t>El grupo debe explicar el algoritmo asignado usando un ejemplo.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1500"/>
              <a:buFont typeface="Calibri"/>
              <a:buAutoNum type="arabicPeriod"/>
            </a:pPr>
            <a:r>
              <a:rPr lang="es-PE"/>
              <a:t>Explicar las limitaciones (cuándo y dónde usarlos) y la complejidad algorítmica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1500"/>
              <a:buFont typeface="Calibri"/>
              <a:buAutoNum type="arabicPeriod"/>
            </a:pPr>
            <a:r>
              <a:rPr lang="es-PE"/>
              <a:t>Mostrar el algoritmo programado (show me the code)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1500"/>
              <a:buFont typeface="Calibri"/>
              <a:buAutoNum type="arabicPeriod"/>
            </a:pPr>
            <a:r>
              <a:rPr b="1" lang="es-PE"/>
              <a:t>Comparar la Complejidad (tiempo) en escala logarítmica</a:t>
            </a:r>
            <a:endParaRPr/>
          </a:p>
          <a:p>
            <a:pPr indent="-342899" lvl="1" marL="562356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300"/>
              <a:buChar char="◦"/>
            </a:pPr>
            <a:r>
              <a:rPr lang="es-PE"/>
              <a:t>Mostrar grafico para n: 10, 100, 1000, 10000,100000,1000000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00"/>
              <a:buFont typeface="Calibri"/>
              <a:buAutoNum type="arabicPeriod"/>
            </a:pPr>
            <a:r>
              <a:rPr lang="es-PE"/>
              <a:t>Preparar dos preguntas para la clase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1500"/>
              <a:buFont typeface="Calibri"/>
              <a:buAutoNum type="arabicPeriod"/>
            </a:pPr>
            <a:r>
              <a:rPr lang="es-PE"/>
              <a:t>Tiempo: 5m - 10m</a:t>
            </a:r>
            <a:endParaRPr/>
          </a:p>
          <a:p>
            <a:pPr indent="-247650" lvl="0" marL="342900" rtl="0" algn="l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SzPts val="15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"/>
          <p:cNvSpPr txBox="1"/>
          <p:nvPr>
            <p:ph type="title"/>
          </p:nvPr>
        </p:nvSpPr>
        <p:spPr>
          <a:xfrm>
            <a:off x="822960" y="214953"/>
            <a:ext cx="7543800" cy="612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Calibri"/>
              <a:buNone/>
            </a:pPr>
            <a:r>
              <a:rPr b="1" lang="es-PE"/>
              <a:t>Práctica de Ordenamiento (ejemplos comparativos)</a:t>
            </a:r>
            <a:endParaRPr/>
          </a:p>
        </p:txBody>
      </p:sp>
      <p:pic>
        <p:nvPicPr>
          <p:cNvPr descr="Simple comparison of sorting algorithms in C++ - Code Review Stack Exchange" id="113" name="Google Shape;113;p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45788"/>
          <a:stretch/>
        </p:blipFill>
        <p:spPr>
          <a:xfrm>
            <a:off x="84004" y="1270336"/>
            <a:ext cx="4794705" cy="24582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ython for Algorithm Execution Visualization - Stack Overflow" id="114" name="Google Shape;114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65438" y="1143000"/>
            <a:ext cx="3810000" cy="28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"/>
          <p:cNvSpPr txBox="1"/>
          <p:nvPr>
            <p:ph type="title"/>
          </p:nvPr>
        </p:nvSpPr>
        <p:spPr>
          <a:xfrm>
            <a:off x="777240" y="118725"/>
            <a:ext cx="7543800" cy="6123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Calibri"/>
              <a:buNone/>
            </a:pPr>
            <a:r>
              <a:rPr b="1" lang="es-PE"/>
              <a:t>Práctica de Ordenamiento (grupos)</a:t>
            </a:r>
            <a:endParaRPr/>
          </a:p>
        </p:txBody>
      </p:sp>
      <p:graphicFrame>
        <p:nvGraphicFramePr>
          <p:cNvPr id="120" name="Google Shape;120;p4"/>
          <p:cNvGraphicFramePr/>
          <p:nvPr/>
        </p:nvGraphicFramePr>
        <p:xfrm>
          <a:off x="706219" y="115578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{D584522C-0C9D-4A62-9694-21A0F3B04217}</a:tableStyleId>
              </a:tblPr>
              <a:tblGrid>
                <a:gridCol w="1801300"/>
                <a:gridCol w="3093600"/>
                <a:gridCol w="26489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350" u="none" cap="none" strike="noStrike"/>
                        <a:t>Grupo</a:t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350"/>
                        <a:t>Algoritmo Principal</a:t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350"/>
                        <a:t>Algoritmo de Comparación</a:t>
                      </a:r>
                      <a:endParaRPr sz="135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350"/>
                        <a:t>Grupo 1</a:t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PE" sz="1350"/>
                        <a:t>Bucket sort 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1400"/>
                        <a:buFont typeface="Calibri"/>
                        <a:buNone/>
                      </a:pPr>
                      <a:r>
                        <a:rPr lang="es-PE" sz="1400">
                          <a:solidFill>
                            <a:srgbClr val="222222"/>
                          </a:solidFill>
                        </a:rPr>
                        <a:t>Insertion sort 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50"/>
                        <a:buFont typeface="Calibri"/>
                        <a:buNone/>
                      </a:pPr>
                      <a:r>
                        <a:rPr lang="es-PE" sz="1350"/>
                        <a:t>Grupo 2</a:t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PE" sz="1350"/>
                        <a:t>Counting sort 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1400"/>
                        <a:buFont typeface="Calibri"/>
                        <a:buNone/>
                      </a:pPr>
                      <a:r>
                        <a:rPr lang="es-PE" sz="1400">
                          <a:solidFill>
                            <a:srgbClr val="222222"/>
                          </a:solidFill>
                        </a:rPr>
                        <a:t>Selection sort 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50"/>
                        <a:buFont typeface="Calibri"/>
                        <a:buNone/>
                      </a:pPr>
                      <a:r>
                        <a:rPr lang="es-PE" sz="1350"/>
                        <a:t>Grupo 3</a:t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PE" sz="1350"/>
                        <a:t>Radix sort 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1400"/>
                        <a:buFont typeface="Calibri"/>
                        <a:buNone/>
                      </a:pPr>
                      <a:r>
                        <a:rPr lang="es-PE" sz="1400">
                          <a:solidFill>
                            <a:srgbClr val="222222"/>
                          </a:solidFill>
                        </a:rPr>
                        <a:t>Insertion sort 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50"/>
                        <a:buFont typeface="Calibri"/>
                        <a:buNone/>
                      </a:pPr>
                      <a:r>
                        <a:rPr lang="es-PE" sz="1350"/>
                        <a:t>Grupo 4</a:t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50"/>
                        <a:buFont typeface="Calibri"/>
                        <a:buNone/>
                      </a:pPr>
                      <a:r>
                        <a:rPr b="1" lang="es-PE" sz="1350"/>
                        <a:t>Heapsort 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1400"/>
                        <a:buFont typeface="Calibri"/>
                        <a:buNone/>
                      </a:pPr>
                      <a:r>
                        <a:rPr lang="es-PE" sz="1400">
                          <a:solidFill>
                            <a:srgbClr val="222222"/>
                          </a:solidFill>
                        </a:rPr>
                        <a:t>Bubble sort 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50"/>
                        <a:buFont typeface="Calibri"/>
                        <a:buNone/>
                      </a:pPr>
                      <a:r>
                        <a:rPr lang="es-PE" sz="1350"/>
                        <a:t>Grupo 5</a:t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50"/>
                        <a:buFont typeface="Calibri"/>
                        <a:buNone/>
                      </a:pPr>
                      <a:r>
                        <a:rPr b="1" lang="es-PE" sz="1350"/>
                        <a:t>Merge sort</a:t>
                      </a:r>
                      <a:r>
                        <a:rPr b="0" i="1" lang="es-PE" sz="1350"/>
                        <a:t> 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1400"/>
                        <a:buFont typeface="Calibri"/>
                        <a:buNone/>
                      </a:pPr>
                      <a:r>
                        <a:rPr lang="es-PE" sz="1400">
                          <a:solidFill>
                            <a:srgbClr val="222222"/>
                          </a:solidFill>
                        </a:rPr>
                        <a:t>Selection sort 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50"/>
                        <a:buFont typeface="Calibri"/>
                        <a:buNone/>
                      </a:pPr>
                      <a:r>
                        <a:rPr lang="es-PE" sz="1350"/>
                        <a:t>Grupo 6</a:t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50"/>
                        <a:buFont typeface="Calibri"/>
                        <a:buNone/>
                      </a:pPr>
                      <a:r>
                        <a:rPr b="1" lang="es-PE" sz="1350"/>
                        <a:t>Quicksort 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1400"/>
                        <a:buFont typeface="Calibri"/>
                        <a:buNone/>
                      </a:pPr>
                      <a:r>
                        <a:rPr lang="es-PE" sz="1400">
                          <a:solidFill>
                            <a:srgbClr val="222222"/>
                          </a:solidFill>
                        </a:rPr>
                        <a:t>Bubble sort 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50"/>
                        <a:buFont typeface="Calibri"/>
                        <a:buNone/>
                      </a:pPr>
                      <a:r>
                        <a:rPr lang="es-PE" sz="1350"/>
                        <a:t>Grupo 7</a:t>
                      </a:r>
                      <a:endParaRPr sz="135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50"/>
                        <a:buFont typeface="Calibri"/>
                        <a:buNone/>
                      </a:pPr>
                      <a:r>
                        <a:rPr b="1" lang="es-PE" sz="1350"/>
                        <a:t>Introsort 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1400"/>
                        <a:buFont typeface="Calibri"/>
                        <a:buNone/>
                      </a:pPr>
                      <a:r>
                        <a:rPr lang="es-PE" sz="1400">
                          <a:solidFill>
                            <a:srgbClr val="222222"/>
                          </a:solidFill>
                        </a:rPr>
                        <a:t>Insertion sort 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Retrospección">
  <a:themeElements>
    <a:clrScheme name="Azul II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